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4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Malgun Gothic"/>
              </a:rPr>
              <a:t>AI 시대 새로운 사회 계약을 위한 기초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828000"/>
            <a:ext cx="14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Malgun Gothic"/>
              </a:rPr>
              <a:t>태재미래전략연구원 | 2026년 2월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1296000"/>
          <a:ext cx="14400000" cy="8928000"/>
        </p:xfrm>
        <a:graphic>
          <a:graphicData uri="http://schemas.openxmlformats.org/drawingml/2006/table">
            <a:tbl>
              <a:tblPr firstRow="0" bandRow="0" bandCol="0" firstCol="0" lastRow="0" lastCol="0">
                <a:tableStyleId>{5C22544A-7EE6-4342-B048-85BDC9FD1C3A}</a:tableStyleId>
              </a:tblPr>
              <a:tblGrid>
                <a:gridCol w="1368000"/>
                <a:gridCol w="2232000"/>
                <a:gridCol w="2088000"/>
                <a:gridCol w="2232000"/>
                <a:gridCol w="2232000"/>
                <a:gridCol w="2232000"/>
                <a:gridCol w="2016000"/>
              </a:tblGrid>
              <a:tr h="504000"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산업 시대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AI 시대: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왜 다른가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❶ 주체 정의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❷ 관계 정의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❸ 질서 설계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1512000"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문제 인식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기술 혁명은 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위험한가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5차례 기술 혁명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모두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제도 재편 없이 황금기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도달한 사례 없음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선제적 설계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가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격변보다 사회적 비용을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현저히 줄임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진단은 풍부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하나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황금기로 가는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구체적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경로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가 부재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사후 교정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의 비용과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위험이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질적으로 변화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질서의 일부를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미리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설계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할 필요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질서 자체가 아닌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질서가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작동할 조건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의 설계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(이 단계에서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도출되는 과제)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(이 단계에서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도출되는 과제)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(이 단계에서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도출되는 과제)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(이 단계에서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999999"/>
                          </a:solidFill>
                          <a:latin typeface="Malgun Gothic"/>
                        </a:rPr>
                        <a:t>도출되는 과제)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016000"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역사적 분석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산업 시대의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질서 형성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시장이 먼저, 법이 나중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보이지 않는 손이 질서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형성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사후 추인 가능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한 이유: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기계는 인간이 끄면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멈춤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폴라니의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이중 운동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반격할 시간이 존재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질서 → 거버넌스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순서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법인·노동법·복지국가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순차 형성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016000"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현재 진단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AI 시대는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왜 다른가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책임 귀속 공백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AI 행위의 법적 귀속처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부재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불확실성 비용 누적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사후 통제 한계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통제를 벗어날 가능성이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  있는 최초의 범용 기술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되돌릴 수 없는 결과 위험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속도 격차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사회 반격 시간 부족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확산 후 통제 어려움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AAAAA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2880000"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해법 제시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세 단계의 경로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법인 범주 창설(1844)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→ 이후 모든 제도의 토대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가격·계약 → 관계 형성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→ 재산권·노동법 정비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3주체 역할 확립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(법인·자연인·국가)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질서 자체가 아닌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조건의 설계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브레튼우즈·EU 단일시장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처럼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틀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을 만드는 것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하이에크 반론 수용: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보이지 않는 손의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울타리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전자인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법적 범주 창설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자율성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스펙트럼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설계: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도구 → 대리인 →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준자율 → 자율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각 단계별: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자율성 범위 차등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책임 귀속 구조 차등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인간 개입 수준 차등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러셀의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번복 가능성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원칙이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전체 관통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3당사자 관계 규율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(자연인·법인·전자인)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4대 영역: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데이터 소유권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인간-AI 책임 배분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알고리즘 권력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규율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디지털 시민권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산업별 파편 →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일반 책임 구조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초안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4 경제주체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역할 재정의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전자인: 경제행위 범위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가계: 과실 수령 경로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기업: AI 책임 범위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– 정부: 초국경 거버넌스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분배 4후보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통합: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기본소득·데이터배당·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공공AI인프라·역량보장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시민참여형 거버넌스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 wrap="square" lIns="72000" rIns="72000" tIns="54000" bIns="54000"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노동 중심 → 생명 중심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가치 전환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인간의 가치 =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생산성이 아닌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존엄 그 자체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역량 접근법: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할 수 있고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될 수 있는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  것</a:t>
                      </a: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으로 측정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• 황금기의 '전체' =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Malgun Gothic"/>
                        </a:rPr>
                        <a:t>  </a:t>
                      </a:r>
                      <a:r>
                        <a:rPr sz="800" b="1">
                          <a:solidFill>
                            <a:srgbClr val="333333"/>
                          </a:solidFill>
                          <a:latin typeface="Malgun Gothic"/>
                        </a:rPr>
                        <a:t>모든 사람</a:t>
                      </a:r>
                    </a:p>
                  </a:txBody>
                  <a:tcPr anchor="t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10332000"/>
            <a:ext cx="140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999999"/>
                </a:solidFill>
                <a:latin typeface="Malgun Gothic"/>
              </a:rPr>
              <a:t>© 태재미래전략연구원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